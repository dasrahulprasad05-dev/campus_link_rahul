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2926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BPUT HACKATHON 2026 | PS10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CAMPUSLINK</a:t>
            </a:r>
          </a:p>
          <a:p>
            <a:pPr>
              <a:spcBef>
                <a:spcPts val="800"/>
              </a:spcBef>
              <a:defRPr sz="2200" b="1">
                <a:solidFill>
                  <a:srgbClr val="06B6D4"/>
                </a:solidFill>
              </a:defRPr>
            </a:pPr>
            <a:r>
              <a:t>From Placement Management to Placement Intelligence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AI-Powered Campus-to-Corporate Placement Platform • One Platform. Five Stakeholders. Smarter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114800"/>
            <a:ext cx="1874519" cy="5029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🎓 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4114800"/>
            <a:ext cx="1874519" cy="5029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🏛️ TPO /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114800"/>
            <a:ext cx="1874519" cy="5029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💼 Recruiter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599" y="4114800"/>
            <a:ext cx="1874519" cy="5029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🧑‍🏫 Mentor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4114800"/>
            <a:ext cx="1874519" cy="5029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🛡️ Super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3776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Team: CAMPUSLINK Innovators  •  Enterprise AI Placement Architecture  •  Live at campuslink-rahul.vercel.app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02 • 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Placement Challenges Are Handled in Silos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🎓  01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READINESS GAP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Students lack continuous, explainable feedback on role-specific requirements until after failing corporate interviews.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146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💼  02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MATCHING GAP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Recruiters drown in hundreds of unvetted, mismatched resumes with zero transparent, merit-aligned 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146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📅  03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COORDINATION GAP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Concurrent multi-company drives create venue double-bookings, panel overlaps, and logistical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645920"/>
            <a:ext cx="25146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F43F5E"/>
                </a:solidFill>
              </a:defRPr>
            </a:pPr>
            <a:r>
              <a:t>📊  04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VISIBILITY GAP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Placement cells and faculty mentors lack early telemetry to identify and support at-risk students in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💡 OUR CORE INSIGHT: Placement systems should help people decide what to do next — not just record what happened.</a:t>
            </a:r>
          </a:p>
          <a:p>
            <a:pPr algn="ctr"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Shift from Legacy: [ Record → Track ]  ➔  To CAMPUSLINK: [ Assess → Recommend → Coordinate → Monitor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03 • THE UNIFIED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Our Solution: One Connected Placement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🏛️ TPO Placement Command Center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Single pane of glass unifying university recruitment operations with explainable AI models.</a:t>
            </a:r>
          </a:p>
          <a:p>
            <a:pPr>
              <a:spcBef>
                <a:spcPts val="600"/>
              </a:spcBef>
              <a:defRPr sz="1300" b="1">
                <a:solidFill>
                  <a:srgbClr val="3B82F6"/>
                </a:solidFill>
              </a:defRPr>
            </a:pPr>
            <a:r>
              <a:t>• 20 Students — Active Cohort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• 8 Active Jobs — Partner Roles</a:t>
            </a:r>
          </a:p>
          <a:p>
            <a:pPr>
              <a:spcBef>
                <a:spcPts val="600"/>
              </a:spcBef>
              <a:defRPr sz="1300" b="1">
                <a:solidFill>
                  <a:srgbClr val="06B6D4"/>
                </a:solidFill>
              </a:defRPr>
            </a:pPr>
            <a:r>
              <a:t>• ₹10.25L Avg CTC — Audited Offers</a:t>
            </a:r>
          </a:p>
          <a:p>
            <a:pPr>
              <a:spcBef>
                <a:spcPts val="600"/>
              </a:spcBef>
              <a:defRPr sz="1300" b="1">
                <a:solidFill>
                  <a:srgbClr val="F59E0B"/>
                </a:solidFill>
              </a:defRPr>
            </a:pPr>
            <a:r>
              <a:t>• 0 Conflicts — Conflict Engine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</a:defRPr>
            </a:pPr>
            <a:r>
              <a:t>Integrated: Live Drive Scheduling • At-Risk Intervention Radar • Offer Lifecycle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STUDENT PORTAL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Readiness score (0-100) • Skill-gap analysis • Adaptive mock interview • What-if twin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42032"/>
            <a:ext cx="5242255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RECRUITER PORTAL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Candidate ranking • Bias-free evaluation • Multi-stage Kanban pipeline • Offer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438144"/>
            <a:ext cx="5242255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TPO / ADMIN PORTAL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Institutional macro analytics • Conflict-aware drive scheduler • Joining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34256"/>
            <a:ext cx="5242255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FACULTY MENTOR PORTAL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Assigned mentee tracking • Early-warning risk triggers • 1-click clinical counseling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230368"/>
            <a:ext cx="5242255" cy="8046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SUPER ADMIN PORTAL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Staff verification security • Institutional governance • Immutable system audit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04 • INNOVATION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Our Differentiator: From Prediction 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66543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01 PREDICT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NumPy Ridge ML estimates readiness (0-100) with confidence intervals.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645920"/>
            <a:ext cx="2066543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02 EXPLAIN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256-dim NLP embeddings extract matched vs missing skills across 60+ synonyms.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645920"/>
            <a:ext cx="2066543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03 SIMULATE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Interactive What-If Twin projects score delta &amp; unlocks corporate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2904" y="1645920"/>
            <a:ext cx="2066543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04 INTERVENE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1-Click mentor check-ins &amp; STAR mock interview feedback rubrics.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1645920"/>
            <a:ext cx="2066543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05 MONITOR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Mathematical scheduler eliminates venue overlaps across concurrent drives.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5257800" cy="251460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🔮 Feature Highlight: Placement What-If Simulator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Interactive Digital Twin: Students tweak hypothetical CGPA, DSA, Cloud, or Project milestones.</a:t>
            </a:r>
          </a:p>
          <a:p>
            <a:pPr>
              <a:spcBef>
                <a:spcPts val="400"/>
              </a:spcBef>
              <a:defRPr sz="1150">
                <a:solidFill>
                  <a:srgbClr val="06B6D4"/>
                </a:solidFill>
              </a:defRPr>
            </a:pPr>
            <a:r>
              <a:t>• Instant Score Simulation: Displays estimated readiness jump (e.g., 62% ➔ 84%) in real time.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Unlocked Opportunity Radar: Reveals specific corporate jobs that become unlocked.</a:t>
            </a:r>
          </a:p>
          <a:p>
            <a:pPr>
              <a:spcBef>
                <a:spcPts val="600"/>
              </a:spcBef>
              <a:defRPr sz="950">
                <a:solidFill>
                  <a:srgbClr val="F59E0B"/>
                </a:solidFill>
              </a:defRPr>
            </a:pPr>
            <a:r>
              <a:t>*(Note: directional learning estimates, not deterministic placement guarantees)*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520440"/>
            <a:ext cx="5257800" cy="251460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⚖️ Feature Highlight: Fairness-Guarded Candidate Ranking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100% Explainable Attribution: Skill match (40%), Readiness (30%), Academics (20%), Project evidence (10%).</a:t>
            </a:r>
          </a:p>
          <a:p>
            <a:pPr>
              <a:spcBef>
                <a:spcPts val="400"/>
              </a:spcBef>
              <a:defRPr sz="1150">
                <a:solidFill>
                  <a:srgbClr val="10B981"/>
                </a:solidFill>
              </a:defRPr>
            </a:pPr>
            <a:r>
              <a:t>• Demographically Blind: Excludes photos, names, gender, and socioeconomic proxies.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Zero Black-Box Decisions: Recruiters inspect exact matched skills and verified evidence drawers.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05 • 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Technical Architecture: Clean Monorepo Microservices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FRONTEND SPA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HTML5 • Vanilla CSS • ES6+ JS</a:t>
            </a:r>
            <a:br/>
            <a:br/>
            <a:r>
              <a:t>• Zero framework bloat</a:t>
            </a:r>
            <a:br/>
            <a:r>
              <a:t>• Sub-50ms instant load</a:t>
            </a:r>
            <a:br/>
            <a:r>
              <a:t>• Dark glassmorphic design</a:t>
            </a:r>
            <a:br/>
            <a:r>
              <a:t>• Role-based router 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14600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API GATEWAY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Node.js 20 • Express.js REST</a:t>
            </a:r>
            <a:br/>
            <a:br/>
            <a:r>
              <a:t>• JWT Bearer Authentication</a:t>
            </a:r>
            <a:br/>
            <a:r>
              <a:t>• Strict RBAC authorizer</a:t>
            </a:r>
            <a:br/>
            <a:r>
              <a:t>• Automated DB migrations</a:t>
            </a:r>
            <a:br/>
            <a:r>
              <a:t>• Fault-tolerant AI proxy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14600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POSTGRESQL DB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PostgreSQL 15 Relational Schema</a:t>
            </a:r>
            <a:br/>
            <a:br/>
            <a:r>
              <a:t>• 15 Production relational tables</a:t>
            </a:r>
            <a:br/>
            <a:r>
              <a:t>• UUID PKs, JSONB factors</a:t>
            </a:r>
            <a:br/>
            <a:r>
              <a:t>• Relational integrity constraints</a:t>
            </a:r>
            <a:br/>
            <a:r>
              <a:t>• Dual-mode memory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645920"/>
            <a:ext cx="2514600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AI / ML SERVICE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Python 3.11 • FastAPI Microservice</a:t>
            </a:r>
            <a:br/>
            <a:br/>
            <a:r>
              <a:t>• Pure NumPy ML (Ridge/Logistic)</a:t>
            </a:r>
            <a:br/>
            <a:r>
              <a:t>• &lt;1s training, 0 MB GPU bloat</a:t>
            </a:r>
            <a:br/>
            <a:r>
              <a:t>• Custom BM25 RAG on bylaws</a:t>
            </a:r>
            <a:br/>
            <a:r>
              <a:t>• Groq LLM STAR coach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✅ 38 / 38 Automated Test Suites Passing (100% Coverage)  •  Render (API + AI)  •  Vercel (Edge SPA)  •  SendGrid (Email Auth)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06 • EXECUTION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Progress, Impact &amp; Grand Finale Commitments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🚀 Current Verified Implementation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Frontend Portals: 13 Student, 8 TPO/Admin, 4 Recruiter, 3 Mentor, 2 Super Admin pages live.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Backend &amp; Database: 13 REST route modules, 15 PostgreSQL tables, auto-migrations.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AI/ML Engines: 10/10 Intelligence features implemented &amp; passing all integration tests.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Verification: 38/38 Automated test suites green (RBAC, DB, Auth, ML models).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Real Workflows: Drive scheduling, candidate matching, offer tracking, joining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5257800" cy="3383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🎯 Grand Finale Commitments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01. Readiness Scoring &amp; Skill-Gap: Cohort-level validation across multiple target roles.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02. Recruiter Matching: Simulated shortlisting across 3 concurrent corporate hiring drives.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03. Conflict-Free Scheduling: Multi-hall scheduling and corporate joining verification.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04. End-to-End Live Workflow: Full lifecycle demonstration with verified test evidence.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05. Voice AI Interview Drill: Speech pace, articulation, and multimodal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CAMPUSLINK  •  Connect Talent. Explain Readiness. Improve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9985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06B6D4"/>
                </a:solidFill>
              </a:defRPr>
            </a:pPr>
            <a:r>
              <a:t>CAMPUSLINK — Enterprise AI Placement Intelligence Platform</a:t>
            </a:r>
          </a:p>
          <a:p>
            <a:pPr algn="ctr"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🌐 Live Application: https://campuslink-rahul.vercel.app</a:t>
            </a:r>
            <a:br/>
            <a:r>
              <a:t>💻 GitHub: https://github.com/dasrahulprasad05-dev/campus_link_rahul</a:t>
            </a:r>
            <a:br/>
            <a:br/>
            <a:r>
              <a:t>We are now open for your Questions &amp; Live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